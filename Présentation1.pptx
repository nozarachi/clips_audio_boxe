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2F3C"/>
    <a:srgbClr val="A7394A"/>
    <a:srgbClr val="DFBE9D"/>
    <a:srgbClr val="7A2A35"/>
    <a:srgbClr val="E6CDB4"/>
    <a:srgbClr val="E9CDD1"/>
    <a:srgbClr val="FFFFFF"/>
    <a:srgbClr val="AF9671"/>
    <a:srgbClr val="8E2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31" autoAdjust="0"/>
  </p:normalViewPr>
  <p:slideViewPr>
    <p:cSldViewPr snapToGrid="0">
      <p:cViewPr>
        <p:scale>
          <a:sx n="100" d="100"/>
          <a:sy n="100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3FECE8-059B-6888-8EC2-B4CC00145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969DBF-F419-C77A-FC90-48025CD3F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42D686-B4DA-161E-A50D-112551D20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56F361-D523-E2AB-D9B5-71AC89D6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40D145-8359-3034-54FB-FB3BBEB0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626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5B8841-D777-6214-A56A-6F68DE7BF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F48CC5-19E3-0143-4791-183BE39E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EBF339-D5BF-055A-65B7-0F5582158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63AE72-48AC-5390-6A79-9DA1A9DF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81A3F4-8B8B-16C6-CD58-3AC1794B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07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7E7FE-462A-7333-ACC0-902B4D7B0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0EBF42-1780-9B94-1A3F-E979B1D59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7AD2E1-0CE1-0148-1D80-1F9AEF7A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7057FE-AD5E-1247-2883-B9A9D443F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BDD2B6-EDAA-6A92-97D9-3DB972A6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96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B2856-FCB5-7BAC-98BE-54846334E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398DFB-E549-E2F8-FC6C-16B1D4472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058B0DC-3F80-70D5-69AE-15CD78EC9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B40E9D5-2960-15BA-0910-AA5AFF868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D8608B-5EB9-697C-C042-E5697F58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68E6FF-71A1-38E1-4A2F-7F4D7AD3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61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517D1D-BD8F-7E5F-028B-199C87A9D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5D48D9-45AE-B751-EE00-A02E275C9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B6F670-F657-10E6-518D-ABA55AAC9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DF51129-3308-27DB-2C2F-9E00982EE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9E0A41-88A4-E71D-9253-870ACE770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D321AAB-297C-E59C-B5A5-EB6476F1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7ED58DF-7820-27E4-A2E4-B2019EE3C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E796528-90D8-732F-BE32-F374E191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8923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451FEB-E5D2-894F-310A-6160CBA3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257B225-07DC-51F7-1560-B2775FF6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B41914-0070-7D70-5B1A-1651B1CB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6DAB24-8407-CAFE-B62B-71688C80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18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2517F23-3FB7-7CB3-15F4-8197AA5D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E645BFB-89D2-D00E-38AA-3BAB3D88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679AC6D-0060-36D1-CEDA-0A3B5767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846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EC900D-803C-D9E9-1534-8C813128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C7D00D-5C2D-D7DD-4C3B-1195E316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B6A8D3E-7625-B49E-9555-064180629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5BBDA4-6279-5FB9-1BD4-929085351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9B2B33-00D9-4650-2C01-0D54F1F02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1F7563-81D6-EE4A-984A-0D96BB6BD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24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D64113-C3D3-FE3A-B8E7-95062DCC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EA38608-30E2-32D7-F458-59CF614F4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91FBEB-D7EF-958D-0490-673D936AE8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0803520-0359-E6FC-0FDA-A8E8B3A06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672D84-C4C9-F7A2-44B6-679644DE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397A8A-F14F-3EB9-5F81-196DE922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982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B16837-5A75-15D9-590A-C3F61533A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BA9805-1503-F2BA-F872-4A21970DC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4009B4-2EAE-D8F1-1CE8-50DA7F22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FAF466-E661-0865-90B7-230DA82FA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7553D8-38E8-A19A-4F37-DFDE8B26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9803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8528BFB-2B37-A0F3-E0A0-0072D43A9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3FA2F9-6F46-832E-23FB-F905CA52D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736EB6-4EEF-ACC8-B3E3-61DE1331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D1C0D9-D75D-038E-ADE9-5E699DD1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935BF2-7BDE-9C33-662F-72813601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4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40C631-749F-4F24-2463-36D54A953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E3138BE-0746-4A3D-A7AE-AE63F90E4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C0E748-27AA-D801-7E27-BC9078C13E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E3DCE-2C8E-44F4-81C8-7B29ABACA4BE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BE791-1525-2990-9A74-DF2436B17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50EA51-1326-4460-4B33-0CF133019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FBC3C-E5C7-4405-9442-85DFE513F9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55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24C4D3AA-8F73-A046-B433-D59ADDFC7B20}"/>
              </a:ext>
            </a:extLst>
          </p:cNvPr>
          <p:cNvSpPr/>
          <p:nvPr/>
        </p:nvSpPr>
        <p:spPr>
          <a:xfrm>
            <a:off x="4748212" y="505800"/>
            <a:ext cx="2695575" cy="5846400"/>
          </a:xfrm>
          <a:prstGeom prst="roundRect">
            <a:avLst>
              <a:gd name="adj" fmla="val 10660"/>
            </a:avLst>
          </a:prstGeom>
          <a:solidFill>
            <a:srgbClr val="A739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4FB80E8F-4836-9585-0C7D-B751A9A13E66}"/>
              </a:ext>
            </a:extLst>
          </p:cNvPr>
          <p:cNvSpPr/>
          <p:nvPr/>
        </p:nvSpPr>
        <p:spPr>
          <a:xfrm>
            <a:off x="4746941" y="3703036"/>
            <a:ext cx="2695575" cy="2649164"/>
          </a:xfrm>
          <a:prstGeom prst="roundRect">
            <a:avLst>
              <a:gd name="adj" fmla="val 10286"/>
            </a:avLst>
          </a:prstGeom>
          <a:solidFill>
            <a:srgbClr val="89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1" name="Zone de texte 2">
            <a:extLst>
              <a:ext uri="{FF2B5EF4-FFF2-40B4-BE49-F238E27FC236}">
                <a16:creationId xmlns:a16="http://schemas.microsoft.com/office/drawing/2014/main" id="{4AC9B994-DF9A-8695-6799-3266960B1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211" y="834582"/>
            <a:ext cx="26955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DFBE9D"/>
                </a:solidFill>
                <a:effectLst/>
                <a:latin typeface="TT Supermolot Neue Trl Exp" panose="020B010102010208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STRIKE LAB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DFBE9D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9" name="Image 118">
            <a:extLst>
              <a:ext uri="{FF2B5EF4-FFF2-40B4-BE49-F238E27FC236}">
                <a16:creationId xmlns:a16="http://schemas.microsoft.com/office/drawing/2014/main" id="{FB1E55C1-88BE-95FC-927F-1A3482B66B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499" y="672829"/>
            <a:ext cx="263525" cy="1600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Text Box 127">
            <a:extLst>
              <a:ext uri="{FF2B5EF4-FFF2-40B4-BE49-F238E27FC236}">
                <a16:creationId xmlns:a16="http://schemas.microsoft.com/office/drawing/2014/main" id="{BB298FE3-D6DD-4321-D1FB-F3425BA7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328" y="1934854"/>
            <a:ext cx="1429112" cy="376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T Supermolot Neue Trl Exp" panose="020B010102010208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01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T Supermolot Neue Trl Exp" panose="020B010102010208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59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5" name="AutoShape 125">
            <a:extLst>
              <a:ext uri="{FF2B5EF4-FFF2-40B4-BE49-F238E27FC236}">
                <a16:creationId xmlns:a16="http://schemas.microsoft.com/office/drawing/2014/main" id="{6F5E128C-7491-BC8A-5EDF-E194E4492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0497" y="2125186"/>
            <a:ext cx="2507511" cy="646814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TSupermolot-Regular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Rounds</a:t>
            </a: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TTSupermolot-Regular" pitchFamily="50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5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TSupermolot-Regular" pitchFamily="50" charset="0"/>
                <a:ea typeface="Calibri" panose="020F0502020204030204" pitchFamily="34" charset="0"/>
                <a:cs typeface="Times New Roman" panose="02020603050405020304" pitchFamily="18" charset="0"/>
              </a:rPr>
              <a:t>1/4</a:t>
            </a:r>
            <a:endParaRPr kumimoji="0" lang="fr-FR" altLang="fr-FR" sz="105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TTSupermolot-Regular" pitchFamily="50" charset="0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BB3C01C2-D72F-2ED7-82FE-230901B05DF7}"/>
              </a:ext>
            </a:extLst>
          </p:cNvPr>
          <p:cNvGrpSpPr>
            <a:grpSpLocks noChangeAspect="1"/>
          </p:cNvGrpSpPr>
          <p:nvPr/>
        </p:nvGrpSpPr>
        <p:grpSpPr>
          <a:xfrm>
            <a:off x="5323954" y="1367157"/>
            <a:ext cx="1560596" cy="1512000"/>
            <a:chOff x="5380141" y="1404595"/>
            <a:chExt cx="1440000" cy="1440000"/>
          </a:xfrm>
        </p:grpSpPr>
        <p:sp>
          <p:nvSpPr>
            <p:cNvPr id="112" name="Ellipse 111">
              <a:extLst>
                <a:ext uri="{FF2B5EF4-FFF2-40B4-BE49-F238E27FC236}">
                  <a16:creationId xmlns:a16="http://schemas.microsoft.com/office/drawing/2014/main" id="{C46CC042-FCF5-D7CA-5899-FDD16547998F}"/>
                </a:ext>
              </a:extLst>
            </p:cNvPr>
            <p:cNvSpPr/>
            <p:nvPr/>
          </p:nvSpPr>
          <p:spPr>
            <a:xfrm>
              <a:off x="5484906" y="1502926"/>
              <a:ext cx="1238693" cy="1240465"/>
            </a:xfrm>
            <a:prstGeom prst="ellipse">
              <a:avLst/>
            </a:prstGeom>
            <a:noFill/>
            <a:ln w="63500">
              <a:solidFill>
                <a:srgbClr val="DFBE9D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29" name="Ellipse 128">
              <a:extLst>
                <a:ext uri="{FF2B5EF4-FFF2-40B4-BE49-F238E27FC236}">
                  <a16:creationId xmlns:a16="http://schemas.microsoft.com/office/drawing/2014/main" id="{2798C914-7D80-4D52-1EA3-E4BF8B730225}"/>
                </a:ext>
              </a:extLst>
            </p:cNvPr>
            <p:cNvSpPr/>
            <p:nvPr/>
          </p:nvSpPr>
          <p:spPr>
            <a:xfrm>
              <a:off x="5380141" y="1404595"/>
              <a:ext cx="1440000" cy="1440000"/>
            </a:xfrm>
            <a:prstGeom prst="ellipse">
              <a:avLst/>
            </a:prstGeom>
            <a:noFill/>
            <a:ln w="12700">
              <a:solidFill>
                <a:srgbClr val="892F3C"/>
              </a:soli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34" name="Groupe 133">
            <a:extLst>
              <a:ext uri="{FF2B5EF4-FFF2-40B4-BE49-F238E27FC236}">
                <a16:creationId xmlns:a16="http://schemas.microsoft.com/office/drawing/2014/main" id="{62BED134-4C2F-BD08-F4F5-1E0041710DEF}"/>
              </a:ext>
            </a:extLst>
          </p:cNvPr>
          <p:cNvGrpSpPr/>
          <p:nvPr/>
        </p:nvGrpSpPr>
        <p:grpSpPr>
          <a:xfrm>
            <a:off x="5942950" y="6049352"/>
            <a:ext cx="303556" cy="82800"/>
            <a:chOff x="7435137" y="5905916"/>
            <a:chExt cx="303556" cy="82800"/>
          </a:xfrm>
        </p:grpSpPr>
        <p:sp>
          <p:nvSpPr>
            <p:cNvPr id="132" name="Ellipse 131">
              <a:extLst>
                <a:ext uri="{FF2B5EF4-FFF2-40B4-BE49-F238E27FC236}">
                  <a16:creationId xmlns:a16="http://schemas.microsoft.com/office/drawing/2014/main" id="{098A064D-DBC6-D8E8-1046-E0EDF4FFAAE3}"/>
                </a:ext>
              </a:extLst>
            </p:cNvPr>
            <p:cNvSpPr/>
            <p:nvPr/>
          </p:nvSpPr>
          <p:spPr>
            <a:xfrm>
              <a:off x="7435137" y="5905916"/>
              <a:ext cx="82800" cy="82800"/>
            </a:xfrm>
            <a:prstGeom prst="ellipse">
              <a:avLst/>
            </a:prstGeom>
            <a:solidFill>
              <a:srgbClr val="FFFFFF">
                <a:alpha val="85098"/>
              </a:srgbClr>
            </a:solidFill>
            <a:ln>
              <a:solidFill>
                <a:srgbClr val="FFFFFF">
                  <a:alpha val="85098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3" name="Ellipse 132">
              <a:extLst>
                <a:ext uri="{FF2B5EF4-FFF2-40B4-BE49-F238E27FC236}">
                  <a16:creationId xmlns:a16="http://schemas.microsoft.com/office/drawing/2014/main" id="{B63AD860-C54D-22FD-493D-319F7FB6EC7B}"/>
                </a:ext>
              </a:extLst>
            </p:cNvPr>
            <p:cNvSpPr/>
            <p:nvPr/>
          </p:nvSpPr>
          <p:spPr>
            <a:xfrm>
              <a:off x="7655893" y="5905916"/>
              <a:ext cx="82800" cy="82800"/>
            </a:xfrm>
            <a:prstGeom prst="ellipse">
              <a:avLst/>
            </a:prstGeom>
            <a:noFill/>
            <a:ln>
              <a:solidFill>
                <a:srgbClr val="FFFFFF">
                  <a:alpha val="85098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787E01D-8664-2C89-8481-E341218C4F64}"/>
              </a:ext>
            </a:extLst>
          </p:cNvPr>
          <p:cNvSpPr/>
          <p:nvPr/>
        </p:nvSpPr>
        <p:spPr>
          <a:xfrm>
            <a:off x="4331451" y="3993220"/>
            <a:ext cx="402536" cy="1968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301EE516-980C-CEA2-1A31-CBD3A347D23A}"/>
              </a:ext>
            </a:extLst>
          </p:cNvPr>
          <p:cNvGrpSpPr>
            <a:grpSpLocks noChangeAspect="1"/>
          </p:cNvGrpSpPr>
          <p:nvPr/>
        </p:nvGrpSpPr>
        <p:grpSpPr>
          <a:xfrm>
            <a:off x="7103030" y="702457"/>
            <a:ext cx="140204" cy="72000"/>
            <a:chOff x="1499677" y="1764792"/>
            <a:chExt cx="1353250" cy="694945"/>
          </a:xfrm>
        </p:grpSpPr>
        <p:sp>
          <p:nvSpPr>
            <p:cNvPr id="3" name="Rectangle : coins arrondis 2">
              <a:extLst>
                <a:ext uri="{FF2B5EF4-FFF2-40B4-BE49-F238E27FC236}">
                  <a16:creationId xmlns:a16="http://schemas.microsoft.com/office/drawing/2014/main" id="{18B2FA68-6A63-42BF-FE89-C11CC7CAA386}"/>
                </a:ext>
              </a:extLst>
            </p:cNvPr>
            <p:cNvSpPr/>
            <p:nvPr/>
          </p:nvSpPr>
          <p:spPr>
            <a:xfrm>
              <a:off x="1499677" y="1764792"/>
              <a:ext cx="978347" cy="69494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Organigramme : Fusion 3">
              <a:extLst>
                <a:ext uri="{FF2B5EF4-FFF2-40B4-BE49-F238E27FC236}">
                  <a16:creationId xmlns:a16="http://schemas.microsoft.com/office/drawing/2014/main" id="{B3BFFAB6-BADF-015F-0E15-5CCE50920764}"/>
                </a:ext>
              </a:extLst>
            </p:cNvPr>
            <p:cNvSpPr/>
            <p:nvPr/>
          </p:nvSpPr>
          <p:spPr>
            <a:xfrm rot="5400000">
              <a:off x="2230523" y="1837333"/>
              <a:ext cx="694945" cy="549863"/>
            </a:xfrm>
            <a:prstGeom prst="flowChartMerg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057D9F48-80B1-C25B-9B96-ABFA551923B3}"/>
              </a:ext>
            </a:extLst>
          </p:cNvPr>
          <p:cNvSpPr txBox="1"/>
          <p:nvPr/>
        </p:nvSpPr>
        <p:spPr>
          <a:xfrm>
            <a:off x="4750055" y="4146362"/>
            <a:ext cx="2695575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600" dirty="0">
                <a:solidFill>
                  <a:srgbClr val="E6CDB4"/>
                </a:solidFill>
                <a:latin typeface="TT Supermolot Neue Trl Exp Db" panose="020B0101020102080204" pitchFamily="34" charset="0"/>
              </a:rPr>
              <a:t>JAB</a:t>
            </a:r>
          </a:p>
          <a:p>
            <a:pPr algn="ctr">
              <a:lnSpc>
                <a:spcPct val="150000"/>
              </a:lnSpc>
            </a:pPr>
            <a:r>
              <a:rPr lang="fr-FR" sz="1600" dirty="0">
                <a:solidFill>
                  <a:srgbClr val="E6CDB4"/>
                </a:solidFill>
                <a:latin typeface="TT Supermolot Neue Trl Exp Db" panose="020B0101020102080204" pitchFamily="34" charset="0"/>
              </a:rPr>
              <a:t>CROCHET (D)</a:t>
            </a:r>
          </a:p>
          <a:p>
            <a:pPr algn="ctr">
              <a:lnSpc>
                <a:spcPct val="150000"/>
              </a:lnSpc>
            </a:pPr>
            <a:r>
              <a:rPr lang="fr-FR" sz="1600" dirty="0">
                <a:solidFill>
                  <a:srgbClr val="E6CDB4"/>
                </a:solidFill>
                <a:latin typeface="TT Supermolot Neue Trl Exp Db" panose="020B0101020102080204" pitchFamily="34" charset="0"/>
              </a:rPr>
              <a:t>UPPERCUT (G)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2123851C-DCFF-F0D2-E5CA-A935330810E1}"/>
              </a:ext>
            </a:extLst>
          </p:cNvPr>
          <p:cNvGrpSpPr>
            <a:grpSpLocks noChangeAspect="1"/>
          </p:cNvGrpSpPr>
          <p:nvPr/>
        </p:nvGrpSpPr>
        <p:grpSpPr>
          <a:xfrm>
            <a:off x="5984161" y="1678027"/>
            <a:ext cx="248016" cy="198000"/>
            <a:chOff x="6005683" y="1650367"/>
            <a:chExt cx="293110" cy="234000"/>
          </a:xfrm>
        </p:grpSpPr>
        <p:sp>
          <p:nvSpPr>
            <p:cNvPr id="2" name="Triangle isocèle 1">
              <a:extLst>
                <a:ext uri="{FF2B5EF4-FFF2-40B4-BE49-F238E27FC236}">
                  <a16:creationId xmlns:a16="http://schemas.microsoft.com/office/drawing/2014/main" id="{C49C1A12-A9CC-8123-8430-9D010832D60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6002803" y="1677891"/>
              <a:ext cx="185760" cy="180000"/>
            </a:xfrm>
            <a:prstGeom prst="triangle">
              <a:avLst/>
            </a:prstGeom>
            <a:noFill/>
            <a:ln w="28575">
              <a:solidFill>
                <a:srgbClr val="7A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4FFDBC36-A4B5-717F-3EFA-B002BEAD8B46}"/>
                </a:ext>
              </a:extLst>
            </p:cNvPr>
            <p:cNvCxnSpPr/>
            <p:nvPr/>
          </p:nvCxnSpPr>
          <p:spPr>
            <a:xfrm>
              <a:off x="6229887" y="1650367"/>
              <a:ext cx="0" cy="234000"/>
            </a:xfrm>
            <a:prstGeom prst="line">
              <a:avLst/>
            </a:prstGeom>
            <a:ln w="28575">
              <a:solidFill>
                <a:srgbClr val="7A2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BF826951-7D94-6D2A-4132-3E05DEF1F51F}"/>
                </a:ext>
              </a:extLst>
            </p:cNvPr>
            <p:cNvCxnSpPr/>
            <p:nvPr/>
          </p:nvCxnSpPr>
          <p:spPr>
            <a:xfrm>
              <a:off x="6298793" y="1650367"/>
              <a:ext cx="0" cy="234000"/>
            </a:xfrm>
            <a:prstGeom prst="line">
              <a:avLst/>
            </a:prstGeom>
            <a:ln w="28575">
              <a:solidFill>
                <a:srgbClr val="7A2A3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lèche : chevron 14">
            <a:extLst>
              <a:ext uri="{FF2B5EF4-FFF2-40B4-BE49-F238E27FC236}">
                <a16:creationId xmlns:a16="http://schemas.microsoft.com/office/drawing/2014/main" id="{E34F1B8B-79E1-4FA6-BD03-5FD3D881373E}"/>
              </a:ext>
            </a:extLst>
          </p:cNvPr>
          <p:cNvSpPr/>
          <p:nvPr/>
        </p:nvSpPr>
        <p:spPr>
          <a:xfrm>
            <a:off x="7062906" y="1998279"/>
            <a:ext cx="158926" cy="265085"/>
          </a:xfrm>
          <a:prstGeom prst="chevron">
            <a:avLst/>
          </a:prstGeom>
          <a:solidFill>
            <a:srgbClr val="7A2A35"/>
          </a:solidFill>
          <a:ln>
            <a:solidFill>
              <a:srgbClr val="7A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lèche : chevron 15">
            <a:extLst>
              <a:ext uri="{FF2B5EF4-FFF2-40B4-BE49-F238E27FC236}">
                <a16:creationId xmlns:a16="http://schemas.microsoft.com/office/drawing/2014/main" id="{147D0CFA-F623-AF2E-6DB8-37B3AE481824}"/>
              </a:ext>
            </a:extLst>
          </p:cNvPr>
          <p:cNvSpPr/>
          <p:nvPr/>
        </p:nvSpPr>
        <p:spPr>
          <a:xfrm rot="10800000">
            <a:off x="4978431" y="2001187"/>
            <a:ext cx="158926" cy="265085"/>
          </a:xfrm>
          <a:prstGeom prst="chevron">
            <a:avLst/>
          </a:prstGeom>
          <a:solidFill>
            <a:srgbClr val="7A2A35"/>
          </a:solidFill>
          <a:ln>
            <a:solidFill>
              <a:srgbClr val="7A2A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9877AC8B-C6F1-9A81-E7C7-F0DEAD9FA443}"/>
              </a:ext>
            </a:extLst>
          </p:cNvPr>
          <p:cNvSpPr/>
          <p:nvPr/>
        </p:nvSpPr>
        <p:spPr>
          <a:xfrm>
            <a:off x="4756465" y="3242501"/>
            <a:ext cx="2686052" cy="903862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A7394A"/>
              </a:gs>
              <a:gs pos="69000">
                <a:srgbClr val="892F3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8" name="AutoShape 121">
            <a:extLst>
              <a:ext uri="{FF2B5EF4-FFF2-40B4-BE49-F238E27FC236}">
                <a16:creationId xmlns:a16="http://schemas.microsoft.com/office/drawing/2014/main" id="{9F104DD2-FB4F-706B-1661-B8E31176F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3954" y="3153569"/>
            <a:ext cx="1560596" cy="550863"/>
          </a:xfrm>
          <a:prstGeom prst="roundRect">
            <a:avLst>
              <a:gd name="adj" fmla="val 15128"/>
            </a:avLst>
          </a:prstGeom>
          <a:solidFill>
            <a:schemeClr val="bg1"/>
          </a:solidFill>
          <a:ln w="12700">
            <a:solidFill>
              <a:srgbClr val="DFBE9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200" b="0" i="0" u="none" strike="noStrike" cap="none" normalizeH="0" baseline="0" dirty="0">
                <a:ln>
                  <a:noFill/>
                </a:ln>
                <a:solidFill>
                  <a:srgbClr val="7A2A35"/>
                </a:solidFill>
                <a:latin typeface="TT Supermolot Neue Trl Exp" panose="020B010102010208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1 4 5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rgbClr val="7A2A35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2054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19</Words>
  <Application>Microsoft Office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TT Supermolot Neue Trl Exp</vt:lpstr>
      <vt:lpstr>TT Supermolot Neue Trl Exp Db</vt:lpstr>
      <vt:lpstr>TTSupermolot-Regular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Chéry</dc:creator>
  <cp:lastModifiedBy>Clément Chéry</cp:lastModifiedBy>
  <cp:revision>8</cp:revision>
  <dcterms:created xsi:type="dcterms:W3CDTF">2025-11-08T06:40:50Z</dcterms:created>
  <dcterms:modified xsi:type="dcterms:W3CDTF">2025-11-10T20:29:13Z</dcterms:modified>
</cp:coreProperties>
</file>